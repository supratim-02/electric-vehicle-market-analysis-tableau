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Supratim Maity</cp:lastModifiedBy>
  <cp:revision>10</cp:revision>
  <dcterms:created xsi:type="dcterms:W3CDTF">2024-02-05T09:30:29Z</dcterms:created>
  <dcterms:modified xsi:type="dcterms:W3CDTF">2026-02-11T19:15:23Z</dcterms:modified>
</cp:coreProperties>
</file>